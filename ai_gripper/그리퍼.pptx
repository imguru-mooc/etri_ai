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15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6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19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67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31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23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45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70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19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89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22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3CC5D-3E5C-4301-B9DE-42262803A38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79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B144234-1016-8716-62ED-0C080F485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961" y="324403"/>
            <a:ext cx="6347210" cy="563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5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65000"/>
            </a:schemeClr>
          </a:solidFill>
        </a:ln>
      </a:spPr>
      <a:bodyPr rtlCol="0" anchor="ctr"/>
      <a:lstStyle>
        <a:defPPr algn="ctr">
          <a:defRPr smtClean="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std</cp:lastModifiedBy>
  <cp:revision>56</cp:revision>
  <dcterms:created xsi:type="dcterms:W3CDTF">2026-06-16T00:22:35Z</dcterms:created>
  <dcterms:modified xsi:type="dcterms:W3CDTF">2026-07-02T04:23:21Z</dcterms:modified>
</cp:coreProperties>
</file>