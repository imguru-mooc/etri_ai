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0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15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361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119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67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31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23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8455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470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219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897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225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03CC5D-3E5C-4301-B9DE-42262803A384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B960D7-09D1-44EF-A5B3-9927F985D2E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798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B144234-1016-8716-62ED-0C080F485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961" y="324403"/>
            <a:ext cx="6347210" cy="563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52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700AE6D-34D9-8F8B-3CB2-23EEF5127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301" y="999255"/>
            <a:ext cx="4925112" cy="466790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367E34-16F9-A631-0728-23CDCB7D5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750" y="322885"/>
            <a:ext cx="4277322" cy="53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143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5395979-6E6B-FD96-F896-BECBE3B3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586" y="1101591"/>
            <a:ext cx="5010849" cy="451548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062B83-5680-4C9F-DCF2-9F88BA791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353" y="1188534"/>
            <a:ext cx="4077269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05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9CF1EE6-902A-702E-43BE-5A3A1F597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42" y="1082682"/>
            <a:ext cx="5268060" cy="444879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B4D01B8-9404-67FA-FF1E-338515554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645" y="982655"/>
            <a:ext cx="4525006" cy="464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4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14F608C-4468-7C9B-97B9-54A13FE55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785" y="902499"/>
            <a:ext cx="5220429" cy="479174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A714802-BBF5-E24A-1D16-F5A9EF83D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621" y="902499"/>
            <a:ext cx="4667901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371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bg1">
              <a:lumMod val="65000"/>
            </a:schemeClr>
          </a:solidFill>
        </a:ln>
      </a:spPr>
      <a:bodyPr rtlCol="0" anchor="ctr"/>
      <a:lstStyle>
        <a:defPPr algn="ctr">
          <a:defRPr smtClean="0">
            <a:solidFill>
              <a:schemeClr val="tx1"/>
            </a:solidFill>
            <a:latin typeface="Consolas" panose="020B06090202040302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mtClean="0">
            <a:latin typeface="Consolas" panose="020B06090202040302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std</cp:lastModifiedBy>
  <cp:revision>58</cp:revision>
  <dcterms:created xsi:type="dcterms:W3CDTF">2026-06-16T00:22:35Z</dcterms:created>
  <dcterms:modified xsi:type="dcterms:W3CDTF">2026-07-02T05:09:43Z</dcterms:modified>
</cp:coreProperties>
</file>